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 —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 —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Conflicts avoided by convention · MPI/GPU surfaces not isolated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hand-curated per system — upgrades mean rebuilding everything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automatic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in view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No contamination, no accidental MPI/GPU linkage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versions inside a lane stay a one-at-a-time module choice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— lanes stay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cluster-inspector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reads the system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stack-composer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emits every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 —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hdf5~mpi · fftw~mpi · boost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netcdf · tau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kokkos · rocm —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+ a render —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 —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—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hdf5~mpi 1.14.6 / 1.14.5 · fftw · 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netcdf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 — no contamination, no accidental MPI/GPU linkage.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Two HDF5 versions in a lane? The same one-at-a-time module choice users already know.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No MPI implementation exists for it, or it is a compiler-agnostic building block. Loads with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gsl · python · miniforge · cmake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MPI-capable — deliberately built without MPI for users who want it 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GPU backend over GPU-aware MPI. Qualified by MPI or arch only when the system is ambiguous.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 — named by facts, qualified only when ambiguous, never by contents (GPU, not GPU-kokkos).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 — evolving, ~two versions each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Multi-version by policy: unify:false lanes · single-version pinned foundation · conflicts stay a module choice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— four lanes, two-version roster — renders clean 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the science lanes on the Cray system;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Add the second compiler surface, then the NVIDIA system in parallel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