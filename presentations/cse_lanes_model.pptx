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 —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 —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 —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automatic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in view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— lanes stay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record the system's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facts, once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derive every lane's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input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 —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common BLAS/LAPACK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tau · dakota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 plus kokkos · rocm/cuda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+ a render —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 —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—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openblas · gnuplot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boost+mpi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the MPI roster plus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visible; common packages (BLAS/LAPACK, gnuplot) are reachable from every lane.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Compiler-agnostic building blocks and tools. They load with the surface, before any lane is chosen.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· gsl · sqlite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Two classes: non-MPI builds of MPI-capable packages, and common compiler-dependent packages that every lane can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  |  openblas · gnuplot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Carries the full MPI roster plus the GPU payload.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 —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 —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Dakota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Gnuplot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1443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renders clean today: four lanes, two-version roster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science lanes on the Cray and Linux systems;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HOW THE LAYERS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each lane exposes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19072"/>
            <a:ext cx="3611880" cy="13258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the same packages, built without MPI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1" y="1719072"/>
            <a:ext cx="36118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 · tau · dakota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built against the system MPI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3" y="1719072"/>
            <a:ext cx="3611880" cy="13258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roster, plus kokkos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+rocm / +cuda, arch from the probe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400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Common compiler-dependent packages — loadable from every lane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openblas · netlib-lapack · gnuplot — one Serial-lane build, one install, shared module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59352"/>
            <a:ext cx="11091672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loads with the compiler surface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cmake · ninja · git · python · py-numpy · miniforge · gsl ·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18304"/>
            <a:ext cx="11091672" cy="6400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view, never a module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zlib · xz · zstd, single pinned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11091672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cse/&lt;Compiler&gt; surface — everything above sits on one compiler</a:t>
            </a:r>
          </a:p>
          <a:p>
            <a:pPr algn="ctr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lanes never mix compilers; loading a second lane fails loudly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9963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A user's view is one column: the surface, Foundation, Core, the common packages, and exactly one payload. The other payloads stay invisible until their lane is loaded.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 —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 — ambient in the lane view, never a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 —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 —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 —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 —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 —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 —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—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 —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here; the MPI lane carries its own +mpi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 — built here once, available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performance-sensitive, so payload rather than core; the BLAS every lane links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(flagged for team review)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compiler, so payload rather than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 —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 —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 —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 —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the Serial lane carries its own ~mpi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—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 —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 — the Serial-lane build, available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common packages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gnuplot: the same modules through the shared root, nothing rebuilt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 —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