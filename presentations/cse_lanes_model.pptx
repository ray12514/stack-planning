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E2E8F0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94A3B8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F59E0B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2E8F0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317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317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94A3B8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14B8A6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No contamination, no accidental MPI/GPU linkage ·</a:t>
            </a:r>
          </a:p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versions inside a lane stay a one-at-a-time module choice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977639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3200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977639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00400"/>
            <a:ext cx="3200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977639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00400"/>
            <a:ext cx="3200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06440"/>
            <a:ext cx="11091672" cy="56692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FFFFFF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94A3B8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94A3B8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31750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31750">
            <a:solidFill>
              <a:srgbClr val="3B82F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mpi-craympich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31750">
            <a:solidFill>
              <a:srgbClr val="8B5CF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gpu-craympich-gfx942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kokkos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94A3B8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317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31750">
            <a:solidFill>
              <a:srgbClr val="94A3B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94A3B8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1.14.6 / 1.14.5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mpi-craympich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gpu-craympich-gfx942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FFFFFF"/>
                </a:solidFill>
                <a:latin typeface="Avenir Next"/>
              </a:defRPr>
            </a:pPr>
            <a:r>
              <a:t>Only the chosen lane is visible — no contamination, no accidental MPI/GPU linkage.</a:t>
            </a:r>
          </a:p>
          <a:p>
            <a:pPr algn="ctr">
              <a:defRPr sz="1200" b="0">
                <a:solidFill>
                  <a:srgbClr val="94A3B8"/>
                </a:solidFill>
                <a:latin typeface="Avenir Next"/>
              </a:defRPr>
            </a:pPr>
            <a:r>
              <a:t>Two HDF5 versions in a lane? The same one-at-a-time module choice users already know.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No MPI implementation exists for it, or it is a compiler-agnostic building block.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4805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94A3B8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4805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94A3B8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mpi-&lt;impl&gt;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Built against the named MPI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4805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94A3B8"/>
                </a:solidFill>
                <a:latin typeface="Avenir Next"/>
              </a:defRPr>
            </a:pPr>
            <a:r>
              <a:t>mpi-craympich · mpi-openmpi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gpu-&lt;impl&gt;-&lt;arch&gt;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E2E8F0"/>
                </a:solidFill>
                <a:latin typeface="Avenir Next"/>
              </a:defRPr>
            </a:pPr>
            <a:r>
              <a:t>GPU backend over GPU-aware MPI, targeted at the probed architecture.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48056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94A3B8"/>
                </a:solidFill>
                <a:latin typeface="Avenir Next"/>
              </a:defRPr>
            </a:pPr>
            <a:r>
              <a:t>gpu-craympich-gfx942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60720"/>
            <a:ext cx="11091672" cy="56692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FFFFFF"/>
                </a:solidFill>
                <a:latin typeface="Avenir Next"/>
              </a:defRPr>
            </a:pPr>
            <a:r>
              <a:t>The GPU lane is called gpu-craympich-gfx942 — never gpu-kokkos. Kokkos is what it carries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cse/&lt;system-default&gt;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Representative roster — evolving, ~two versions 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2A3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E2E8F0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Avenir Next"/>
              </a:defRPr>
            </a:pPr>
            <a:r>
              <a:t>Multi-version by policy: unify:false lanes · single-version pinned foundation · conflicts stay a module choice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C55E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Build the science lanes on the Cray system;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Add the second compiler surface, then the NVIDIA system in 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