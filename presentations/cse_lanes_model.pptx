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GPU: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Today: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system;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keeps lanes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record the system's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facts, once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derive every lane's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input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Foundation: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common BLAS/LAPACK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tau · dakota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 plus kokkos · rocm/cuda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and a render,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Core: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Foundation: on your paths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·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openblas · gnuplot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boost+mpi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the MPI roster plus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visible; common packages (BLAS/LAPACK, gnuplot) are reachable from every lane.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Compiler-agnostic building blocks and tools. They load with the surface, before any lane is chosen.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· gsl · sqlite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Two classes: non-MPI builds of MPI-capable packages, and common compiler-dependent packages that every lane can load.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  |  openblas · gnuplot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Carries the full MPI roster plus the GPU payload.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cse/&lt;Compiler&gt;/&lt;Lane&gt;.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ONE CRAY SYSTEM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roster: newest two supported releases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Dakota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Gnuplot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1443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Newest-two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Science stack renders clean today: four lanes, two-version roster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science lanes on the Cray and Linux systems;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HOW THE LAYERS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each lane exposes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19072"/>
            <a:ext cx="3611880" cy="13258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the same packages, built without MPI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1" y="1719072"/>
            <a:ext cx="3611880" cy="13258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 · tau · dakota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built against the system MPI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3023" y="1719072"/>
            <a:ext cx="3611880" cy="13258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roster, plus kokkos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+rocm / +cuda, arch from the probe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6400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Common compiler-dependent packages: loadable from every lane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openblas · netlib-lapack · gnuplot · one Serial-lane build, one install, shared module root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59352"/>
            <a:ext cx="11091672" cy="6400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Core: loads with the compiler surface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cmake · ninja · git · python · py-numpy · miniforge · gsl · sqlite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18304"/>
            <a:ext cx="11091672" cy="6400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Foundation: on your paths automatically, nothing to load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zlib · xz · zstd, single pinned version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04688"/>
            <a:ext cx="11091672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cse/&lt;Compiler&gt; surface: everything above sits on one compiler</a:t>
            </a:r>
          </a:p>
          <a:p>
            <a:pPr algn="ctr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lanes never mix compilers; loading a second lane fails loudly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99632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A user's view is one column: the surface, Foundation, Core, the common packages, and exactly one payload. The other payloads stay invisible until their lane is loaded.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Core and foundation: built once per compiler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Foundation: on your paths automatically, never a loadable module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zlib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 (require: pin)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xz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zstd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1.5.6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Core tools: user-loadable, compiler-agnostic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cmake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4.3.3 · 4.2.3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ninja · pkgconf · git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newest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unpinned; newest from the recipe generation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python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3.14.5 · 3.13.13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the two newest supported minor lines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py-numpy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against each python line (newest non-deprecated recipe)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miniforge3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26.1.1-3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by nature; installer for user-managed environments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Only-serial by nature: no MPI implementation exists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gsl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2.8 · 2.7.1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sqlite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3.53.1 · 3.51.2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Serial lane: MPI-capable, deliberately built without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392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data chains: each netcdf rides one named hdf5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math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here; the MPI lane carries its own +mpi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built here once, available in every lane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openblas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0.3.33 · 0.3.32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performance-sensitive, so payload rather than core; the BLAS every lane links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netlib-lapack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3.12.1 · 3.12.0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reference LAPACK alongside openblas (flagged for team review)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gnuplot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6.0.0 · 5.4.10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needs the surface's compiler, so payload rather than core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MPI and GPU lanes: built against the system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5129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data chains: same pairing rule as serial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+parallel-netcdf,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math and tools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the Serial lane carries its own ~mpi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tau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2.35.1 · 2.35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dakota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6.24.0 · 6.23.0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heaviest build in the roster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GPU lane: selects the full MPI roster above, plus the GPU payload</a:t>
                      </a:r>
                    </a:p>
                  </a:txBody>
                  <a:tcPr marL="109728" marR="73152" marT="13716" marB="13716" anchor="ctr">
                    <a:solidFill>
                      <a:srgbClr val="7C3A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kokkos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5.1.1 · 5.1.0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+gpu → expands per lane: +rocm amdgpu_target=&lt;arch&gt; or +cuda cuda_arch=&lt;n&gt;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the Serial-lane build, available here too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common packages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see Serial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openblas · netlib-lapack · gnuplot: the same modules through the shared root, nothing rebuilt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Externals: used from the system, never built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externals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system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cray-mpich (Platform-backed) · openmpi, openssl (Site-external)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