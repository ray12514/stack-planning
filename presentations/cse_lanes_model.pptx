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GPU-aware MPI · rocm/cuda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2.1.0 / 1.14.6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GPU-aware MPI ·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 — GPU includes its compatible MPI surface.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No MPI implementation exists for it, or it is a compiler-agnostic building block. Loads with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Complete MPI+GPU lane over a compatible compiler, MPI, and GPU toolkit.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— four lanes, two-version roster — renders clean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 —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 — ambient in the lane view, never a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 —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 —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 —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 —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 —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 —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dual-build: the MPI lane carries its own +mpi 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Lane-agnostic — built here once, module-visible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 so payload, not core — BLAS for all lanes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— flagged for team review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 for compatibility — payload, not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 —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 —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dual-build with the serial lane's ~mpi 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 — complete MPI-capable lane, arch from the probe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Lane-agnostic — one serial-lane build, exposed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lane-agnostic set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 — same modules via the shared root, no rebuild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 —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