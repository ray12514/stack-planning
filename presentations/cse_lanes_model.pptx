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FOUR-SYSTEM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TEST MATRIX · BREADTH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Four systems will prove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09728" cy="1783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Blueback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7C3AED"/>
                </a:solidFill>
                <a:latin typeface="Avenir Next"/>
              </a:defRPr>
            </a:pPr>
            <a:r>
              <a:t>CRAY PE · AMD APU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NAVY · HPE Cray EX4000 · SLES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9654 Genoa, 192 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AMD Instinct MI300A APU, 96 cores + 4 × MI300A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27632"/>
            <a:ext cx="109728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Fran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Avenir Next"/>
              </a:defRPr>
            </a:pPr>
            <a:r>
              <a:t>SECOND CRAY SITE · NEWEST 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ARL · HPE Cray EX4000 · RHEL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Genoa, 192 cores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NVIDIA H200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10972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Raider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0D9488"/>
                </a:solidFill>
                <a:latin typeface="Avenir Next"/>
              </a:defRPr>
            </a:pPr>
            <a:r>
              <a:t>GENERIC LINUX ·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AFRL · Penguin TrueHPC · RHEL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7713 Milan, 128 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× NVIDIA A100 SXM4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685032"/>
            <a:ext cx="109728" cy="1783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Wheat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D97706"/>
                </a:solidFill>
                <a:latin typeface="Avenir Next"/>
              </a:defRPr>
            </a:pPr>
            <a:r>
              <a:t>INTEL CPU · COMPOSABLE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ERDC · Liqid composable · RHEL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Intel Xeon 9242 Cascade Lake, 92 cores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or 6 × NVIDIA A100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06440"/>
            <a:ext cx="11091672" cy="53035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Coverage: SLES + RHEL 8 + RHEL 9 · AMD + Intel CPUs · AMD MI300A + NVIDIA H200 and A100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19088"/>
            <a:ext cx="11064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  <a:latin typeface="Avenir Next"/>
              </a:defRPr>
            </a:pPr>
            <a:r>
              <a:t>AI/ML is this deck's label for each site's accelerated node type (named MLA on Raider and Wheat). Source: centers.hpc.mil hardware inventory, July 2026; Fran accelerator detail from program info.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Pilot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pilot stack on Fran, Wheat, Raider, and Blueback;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DECISIONS WE NEED · NOT SETTLED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Open questions for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80467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91440" cy="80467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Which BLAS and LAPACK do users get?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Today the stack builds OpenBLAS and reference LAPACK. OpenBLAS already provides the LAPACK API, so the pair ships it twice. Cray LibSci is on the path already; Intel systems would expect MKL.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87168"/>
            <a:ext cx="11091672" cy="80467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91440" cy="8046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786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ScaLAPACK is not in the roster.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71215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Distributed dense solvers need it, and both LibSci and MKL include it. It is MPI-only by nature, so the MPI and GPU lanes are its home if we carry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01568"/>
            <a:ext cx="11091672" cy="80467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01568"/>
            <a:ext cx="91440" cy="80467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930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How many compiler surfaces per system?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CSEinit offers GCC and Intel today. The pilot input builds the system baseline only. Adding a surface is a one-line policy change, not a redesign, but it is a decision.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15968"/>
            <a:ext cx="11091672" cy="80467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315968"/>
            <a:ext cx="91440" cy="80467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07407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Does the Serial lane stay?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00016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An MPI build run on one rank does a serial job. We keep Serial because users ask for plain builds, but it is a deliberate cost: a second build of every MPI-capable package.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30368"/>
            <a:ext cx="11091672" cy="804672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230368"/>
            <a:ext cx="91440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21807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When do we turn on performance targeting?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14416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Everything builds at the portable baseline today. Tuning for Genoa, Milan, or Cascade Lake is a per-lane flag plus a full rebuild, so it is a scheduling question, not a design 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Per-package placement and the full reasoning: docs/package_placement_map_v1.html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