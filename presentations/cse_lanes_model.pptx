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GPU: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Today: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hand-curated per system;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GPU is a complete MPI-capable lane when the selected toolchain supports it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package modules prevent incompatible version mixes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keeps lanes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record the system's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facts, once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derive every lane's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input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Foundation: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common BLAS/LAPACK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tau · dakota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 plus kokkos · rocm/cuda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and a render,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Core: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Foundation: on your paths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·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non-MPI hdf5 · fftw · boost, plus openblas · gnuplot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Cray MPICH · hdf5+mpi · fftw+mpi · boost+mpi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the MPI roster plus 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visible; common packages (BLAS/LAPACK, gnuplot) are reachable from every lane.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Clean module names stay; module metadata blocks incompatible HDF5/NetCDF-style version mixes.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Compiler-agnostic building blocks and tools. They load with the surface, before any lane is chosen.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· gsl · sqlite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Two classes: non-MPI builds of MPI-capable packages, and common compiler-dependent packages that every lane can load.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  |  openblas · gnuplot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system MPI. Qualified only when the system offers more than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  ·  or MPI-openmpi / MPI-mpich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Carries the full MPI roster plus the GPU payload. Load GPU instead of MPI, not in addition to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  ·  or GPU-gfx90a / GPU-gfx942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Modules: cse/&lt;Compiler&gt;/&lt;Lane&gt;. Short names for users; dependency compatibility is enforced by module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FOUR-SYSTEM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(on the path)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roster: newest two supported releases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Dakota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Gnuplot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1443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Newest-two policy: clean package names · compatible chains load · incompatible mixes fail clearly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TEST MATRIX · BREADTH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Four systems will prove the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09728" cy="17830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739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Blueback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8013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7C3AED"/>
                </a:solidFill>
                <a:latin typeface="Avenir Next"/>
              </a:defRPr>
            </a:pPr>
            <a:r>
              <a:t>CRAY PE · AMD APU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2219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NAVY · HPE Cray EX4000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5786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SLES · AMD Instinct MI300A APU · 96 cores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907791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AI/ML nodes: 4 × AMD MI300A (gfx942)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276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627632"/>
            <a:ext cx="109728" cy="1783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7739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Fran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18013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2563EB"/>
                </a:solidFill>
                <a:latin typeface="Avenir Next"/>
              </a:defRPr>
            </a:pPr>
            <a:r>
              <a:t>SECOND CRAY SITE · NEWEST NVIDIA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2219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ARL · HPE Cray EX4000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25786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RHEL 9 · AMD EPYC Genoa · Slingshot-11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2907791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AI/ML nodes: NVIDIA H200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850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685032"/>
            <a:ext cx="109728" cy="1783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8313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Raider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0D9488"/>
                </a:solidFill>
                <a:latin typeface="Avenir Next"/>
              </a:defRPr>
            </a:pPr>
            <a:r>
              <a:t>GENERIC LINUX · CUDA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42793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AFRL · Penguin TrueHPC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360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RHEL 8 · AMD EPYC 7713 Milan · 128 cores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9651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MLA nodes: 4 × NVIDIA A100 SXM4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685032"/>
            <a:ext cx="5394960" cy="1783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3685032"/>
            <a:ext cx="109728" cy="1783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8313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Wheat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85876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150" b="1">
                <a:solidFill>
                  <a:srgbClr val="D97706"/>
                </a:solidFill>
                <a:latin typeface="Avenir Next"/>
              </a:defRPr>
            </a:pPr>
            <a:r>
              <a:t>INTEL CPU · COMPOSABLE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59" y="4279392"/>
            <a:ext cx="4846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>
                <a:solidFill>
                  <a:srgbClr val="334155"/>
                </a:solidFill>
                <a:latin typeface="Avenir Next"/>
              </a:defRPr>
            </a:pPr>
            <a:r>
              <a:t>ERDC · Liqid composable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59" y="4636008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RHEL 8 · Intel Xeon 9242 Cascade Lake · 92 cores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59" y="49651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MLA nodes: 4 or 6 × NVIDIA A100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806440"/>
            <a:ext cx="11091672" cy="530352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Coverage: SLES + RHEL 8 + RHEL 9 · AMD + Intel CPUs · AMD MI300A + NVIDIA H200 and A100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19088"/>
            <a:ext cx="11064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50" b="0">
                <a:solidFill>
                  <a:srgbClr val="64748B"/>
                </a:solidFill>
                <a:latin typeface="Avenir Next"/>
              </a:defRPr>
            </a:pPr>
            <a:r>
              <a:t>The accelerated (AI/ML, MLA) node types are the pilot target on each system. Source: centers.hpc.mil hardware inventory, July 2026; Fran accelerator detail from program info.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Pilot stack renders clean today: four lanes, two-version roster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the pilot stack on Fran, Wheat, Raider, and Blueback;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Encode module compatibility checks for multi-version package chains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HOW THE LAYERS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each lane exposes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19072"/>
            <a:ext cx="3611880" cy="13258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the same packages, built without MPI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1" y="1719072"/>
            <a:ext cx="3611880" cy="13258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 · netcdf · fftw · boost · tau · dakota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built against the system MPI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93023" y="1719072"/>
            <a:ext cx="3611880" cy="13258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the MPI roster, plus kokkos</a:t>
            </a:r>
          </a:p>
          <a:p>
            <a:pPr algn="ctr">
              <a:defRPr sz="1000" b="0">
                <a:solidFill>
                  <a:srgbClr val="FFFFFF"/>
                </a:solidFill>
                <a:latin typeface="Avenir Next"/>
              </a:defRPr>
            </a:pPr>
            <a:r>
              <a:t>+rocm / +cuda, arch from the probe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11091672" cy="64008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Common compiler-dependent packages: loadable from every lane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openblas · netlib-lapack · gnuplot · one Serial-lane build, one install, shared module root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59352"/>
            <a:ext cx="11091672" cy="6400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Core: loads with the compiler surface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cmake · ninja · git · python · py-numpy · miniforge · gsl · sqlite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18304"/>
            <a:ext cx="11091672" cy="64008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Foundation: on your paths automatically, nothing to load</a:t>
            </a:r>
          </a:p>
          <a:p>
            <a:pPr algn="ctr">
              <a:defRPr sz="1050" b="0">
                <a:solidFill>
                  <a:srgbClr val="FFFFFF"/>
                </a:solidFill>
                <a:latin typeface="Avenir Next"/>
              </a:defRPr>
            </a:pPr>
            <a:r>
              <a:t>zlib · xz · zstd, single pinned version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04688"/>
            <a:ext cx="11091672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cse/&lt;Compiler&gt; surface: everything above sits on one compiler</a:t>
            </a:r>
          </a:p>
          <a:p>
            <a:pPr algn="ctr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lanes never mix compilers; loading a second lane fails loudly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99632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A user's view is one column: the surface, Foundation, Core, the common packages, and exactly one payload. The other payloads stay invisible until their lane is loaded.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Core and foundation: built once per compiler surface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42245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Foundation: on your paths automatically, never a loadable module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zlib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 (require: pin)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xz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zstd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1.5.6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pinned version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Core tools: user-loadable, compiler-agnostic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cmake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4.3.3 · 4.2.3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ninja · pkgconf · git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newest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unpinned; newest from the recipe generation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python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3.14.5 · 3.13.13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the two newest supported minor lines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py-numpy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against each python line (newest non-deprecated recipe)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miniforge3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26.1.1-3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by nature; installer for user-managed environments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Only-serial by nature: no MPI implementation exists</a:t>
                      </a:r>
                    </a:p>
                  </a:txBody>
                  <a:tcPr marL="109728" marR="73152" marT="13716" marB="13716" anchor="ctr">
                    <a:solidFill>
                      <a:srgbClr val="0D948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gsl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2.8 · 2.7.1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sqlite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3.53.1 · 3.51.2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Serial lane: MPI-capable, deliberately built without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3922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data chains: each netcdf rides one named hdf5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~mpi,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version;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Serial math</a:t>
                      </a:r>
                    </a:p>
                  </a:txBody>
                  <a:tcPr marL="109728" marR="73152" marT="13716" marB="13716" anchor="ctr">
                    <a:solidFill>
                      <a:srgbClr val="D9770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~mpi here; the MPI lane carries its own +mpi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compiler-dependent: built here once, available in every lane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openblas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0.3.33 · 0.3.32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performance-sensitive, so payload rather than core; the BLAS every lane links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netlib-lapack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3.12.1 · 3.12.0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reference LAPACK alongside openblas (flagged for team review)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gnuplot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6.0.0 · 5.4.10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needs the surface's compiler, so payload rather than core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APPENDIX · EXACT BUILD ROOTS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MPI and GPU lanes: built against the system MPI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81328"/>
          <a:ext cx="11091672" cy="5129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286000"/>
                <a:gridCol w="6885432"/>
              </a:tblGrid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Package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Versions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Built as · pairing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data chains: same pairing rule as serial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hdf5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2.1.0 ·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+fortran +cxx +hl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4.10.0 · 4.9.3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 +parallel-netcdf, paired to hdf5 2.1.0 / 1.14.6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netcdf-fortran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4.6.2 · 4.6.1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rides its paired netcdf-c / hdf5 chain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netcdf-cxx4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4.3.1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single recipe version; newest chain only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MPI math and tools</a:t>
                      </a:r>
                    </a:p>
                  </a:txBody>
                  <a:tcPr marL="109728" marR="73152" marT="13716" marB="13716" anchor="ctr">
                    <a:solidFill>
                      <a:srgbClr val="2563EB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fftw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3.3.11 · 3.3.10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boost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1.90.0 · 1.89.0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the Serial lane carries its own ~mpi build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tau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2.35.1 · 2.35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dakota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6.24.0 · 6.23.0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+mpi; heaviest build in the roster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GPU lane: selects the full MPI roster above, plus the GPU payload</a:t>
                      </a:r>
                    </a:p>
                  </a:txBody>
                  <a:tcPr marL="109728" marR="73152" marT="13716" marB="13716" anchor="ctr">
                    <a:solidFill>
                      <a:srgbClr val="7C3A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kokkos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5.1.1 · 5.1.0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+gpu → expands per lane: +rocm amdgpu_target=&lt;arch&gt; or +cuda cuda_arch=&lt;n&gt;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Common compiler-dependent: the Serial-lane build, available here too</a:t>
                      </a:r>
                    </a:p>
                  </a:txBody>
                  <a:tcPr marL="109728" marR="73152" marT="13716" marB="13716" anchor="ctr">
                    <a:solidFill>
                      <a:srgbClr val="15803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common packages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see Serial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openblas · netlib-lapack · gnuplot: the same modules through the shared root, nothing rebuilt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 gridSpan="3"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Avenir Next"/>
                        </a:defRPr>
                      </a:pPr>
                      <a:r>
                        <a:t>Externals: used from the system, never built</a:t>
                      </a:r>
                    </a:p>
                  </a:txBody>
                  <a:tcPr marL="109728" marR="73152" marT="13716" marB="13716" anchor="ctr">
                    <a:solidFill>
                      <a:srgbClr val="475569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F172A"/>
                          </a:solidFill>
                          <a:latin typeface="Avenir Next"/>
                        </a:defRPr>
                      </a:pPr>
                      <a:r>
                        <a:t>externals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334155"/>
                          </a:solidFill>
                          <a:latin typeface="Avenir Next"/>
                        </a:defRPr>
                      </a:pPr>
                      <a:r>
                        <a:t>system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64748B"/>
                          </a:solidFill>
                          <a:latin typeface="Avenir Next"/>
                        </a:defRPr>
                      </a:pPr>
                      <a:r>
                        <a:t>cray-mpich (Platform-backed) · openmpi, openssl (Site-external)</a:t>
                      </a:r>
                    </a:p>
                  </a:txBody>
                  <a:tcPr marL="109728" marR="73152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583680"/>
            <a:ext cx="11064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4748B"/>
                </a:solidFill>
                <a:latin typeface="Avenir Next"/>
              </a:defRPr>
            </a:pPr>
            <a:r>
              <a:t>Version policy: newest supported + immediate predecessor · pinned to spack-packages v2026.06.0 (Spack v1.1.1)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