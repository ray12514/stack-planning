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No contamination, no accidental MPI/GPU linkage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versions inside a lane stay a one-at-a-time module choice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mpi-craympich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gpu-craympich-gfx942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kokkos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1.14.6 / 1.14.5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mpi-craympich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gpu-craympich-gfx942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 — no contamination, no accidental MPI/GPU linkage.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Two HDF5 versions in a lane? The same one-at-a-time module choice users already know.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No MPI implementation exists for it, or it is a compiler-agnostic building block.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mpi-&lt;impl&gt;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named MPI implementation.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mpi-craympich · mpi-openmpi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gpu-&lt;impl&gt;-&lt;arch&gt;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GPU backend over GPU-aware MPI, targeted at the probed architecture.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gpu-craympich-gfx942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The GPU lane is called gpu-craympich-gfx942 — never gpu-kokkos. Kokkos is what it carries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cse/&lt;system-default&gt;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evolving, ~two versions each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Multi-version by policy: unify:false lanes · single-version pinned foundation · conflicts stay a module choice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— four lanes, two-version roster — renders clean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system;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Add the second compiler surface, then the NVIDIA system in 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