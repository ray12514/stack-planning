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 —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 —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—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view, never a module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 —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 —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 — ambient in the lane view, never a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 —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 —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 —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 —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 —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 —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 —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 —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 —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 —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 —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—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 —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 —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 —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