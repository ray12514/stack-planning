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CSE Software Stack: The Lanes 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How we got here, what others do, and where we're going</a:t>
            </a:r>
          </a:p>
          <a:p>
            <a:r>
              <a:t>July 2026 — working draft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CSE is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One entry module: CSEinit</a:t>
            </a:r>
          </a:p>
          <a:p>
            <a:pPr lvl="1">
              <a:defRPr sz="1600"/>
            </a:pPr>
            <a:r>
              <a:t>Two modes: standard (preloads MPI etc.) and noloads</a:t>
            </a:r>
          </a:p>
          <a:p>
            <a:pPr lvl="1">
              <a:defRPr sz="1600"/>
            </a:pPr>
            <a:r>
              <a:t>Two flavors: GCC-backed and Intel-backed</a:t>
            </a:r>
          </a:p>
          <a:p>
            <a:pPr lvl="1">
              <a:defRPr sz="1600"/>
            </a:pPr>
            <a:r>
              <a:t>Loading extends MODULEPATH and exposes compilers + packages</a:t>
            </a:r>
          </a:p>
          <a:p>
            <a:pPr>
              <a:defRPr sz="2000"/>
            </a:pPr>
            <a:r>
              <a:t>What works: the entry-module pattern, multiple compiler surfaces</a:t>
            </a:r>
          </a:p>
          <a:p>
            <a:pPr>
              <a:defRPr sz="2000"/>
            </a:pPr>
            <a:r>
              <a:t>What strains:</a:t>
            </a:r>
          </a:p>
          <a:p>
            <a:pPr lvl="1">
              <a:defRPr sz="1600"/>
            </a:pPr>
            <a:r>
              <a:t>Flat exposure — every package visible at once, conflicts by convention</a:t>
            </a:r>
          </a:p>
          <a:p>
            <a:pPr lvl="1">
              <a:defRPr sz="1600"/>
            </a:pPr>
            <a:r>
              <a:t>Hand-curated per system; a major upgrade means rebuilding everything</a:t>
            </a:r>
          </a:p>
          <a:p>
            <a:pPr lvl="1">
              <a:defRPr sz="1600"/>
            </a:pPr>
            <a:r>
              <a:t>No isolation between MPI/GPU build surfaces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community runs in production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NASA JSC Flight Sciences Lab (HPSF 2026)</a:t>
            </a:r>
          </a:p>
          <a:p>
            <a:pPr lvl="1">
              <a:defRPr sz="1600"/>
            </a:pPr>
            <a:r>
              <a:t>Lmod hierarchy: Core → Compiler → MPI; 1,000+ packages, 4 compiler suites, 3 MPIs</a:t>
            </a:r>
          </a:p>
          <a:p>
            <a:pPr lvl="1">
              <a:defRPr sz="1600"/>
            </a:pPr>
            <a:r>
              <a:t>“Users see modules, not spack… Users never run a spack command”</a:t>
            </a:r>
          </a:p>
          <a:p>
            <a:pPr lvl="1">
              <a:defRPr sz="1600"/>
            </a:pPr>
            <a:r>
              <a:t>Six ordered environments: compilers → base → mpis → hpc-libs → hpc-apps</a:t>
            </a:r>
          </a:p>
          <a:p>
            <a:pPr>
              <a:defRPr sz="2000"/>
            </a:pPr>
            <a:r>
              <a:t>ALCF Polaris Spack PE</a:t>
            </a:r>
          </a:p>
          <a:p>
            <a:pPr lvl="1">
              <a:defRPr sz="1600"/>
            </a:pPr>
            <a:r>
              <a:t>spack-pe-base (system GCC, PE-agnostic) + spack-pe-gnu (PrgEnv lane)</a:t>
            </a:r>
          </a:p>
          <a:p>
            <a:pPr lvl="1">
              <a:defRPr sz="1600"/>
            </a:pPr>
            <a:r>
              <a:t>Meta-module gates MODULEPATH — packages appear after the stack loads</a:t>
            </a:r>
          </a:p>
          <a:p>
            <a:pPr>
              <a:defRPr sz="2000"/>
            </a:pPr>
            <a:r>
              <a:t>Spack project / community (Kitware, E4S, HPSF)</a:t>
            </a:r>
          </a:p>
          <a:p>
            <a:pPr lvl="1">
              <a:defRPr sz="1600"/>
            </a:pPr>
            <a:r>
              <a:t>Incremental concretization: Foundation → GPU/MPI/Python columns → integrations</a:t>
            </a:r>
          </a:p>
          <a:p>
            <a:pPr lvl="1">
              <a:defRPr sz="1600"/>
            </a:pPr>
            <a:r>
              <a:t>Environment chaining + build caches as load-bearing infrastructure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lessons that chose our route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Flat environments don't scale</a:t>
            </a:r>
          </a:p>
          <a:p>
            <a:pPr lvl="1">
              <a:defRPr sz="1600"/>
            </a:pPr>
            <a:r>
              <a:t>NASA: 270+ root specs in one environment hung the concretizer → split into ordered environments</a:t>
            </a:r>
          </a:p>
          <a:p>
            <a:pPr>
              <a:defRPr sz="2000"/>
            </a:pPr>
            <a:r>
              <a:t>Never mix compilers within a build surface</a:t>
            </a:r>
          </a:p>
          <a:p>
            <a:pPr lvl="1">
              <a:defRPr sz="1600"/>
            </a:pPr>
            <a:r>
              <a:t>NASA enforces compiler_mixing: false; mixed-Fortran apps must stay in one PrgEnv (mpi.mod)</a:t>
            </a:r>
          </a:p>
          <a:p>
            <a:pPr>
              <a:defRPr sz="2000"/>
            </a:pPr>
            <a:r>
              <a:t>Build the common base once, portable target, reuse everywhere</a:t>
            </a:r>
          </a:p>
          <a:p>
            <a:pPr>
              <a:defRPr sz="2000"/>
            </a:pPr>
            <a:r>
              <a:t>Users get modules and views — the package manager stays invisible</a:t>
            </a:r>
          </a:p>
          <a:p>
            <a:pPr>
              <a:defRPr sz="2000"/>
            </a:pPr>
            <a:r>
              <a:t>Build caches turn 12-hour rebuilds into 2–3 hours (NASA)</a:t>
            </a:r>
          </a:p>
          <a:p>
            <a:pPr>
              <a:defRPr sz="2000"/>
            </a:pPr>
            <a:r>
              <a:t>Every one of these is a first-class rule in the lanes model — by design, not by rediscovery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lanes model — what a user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1.  module load cse/&lt;compiler&gt;   (the compiler surface: system default or GCC)</a:t>
            </a:r>
          </a:p>
          <a:p>
            <a:pPr lvl="1">
              <a:defRPr sz="1600"/>
            </a:pPr>
            <a:r>
              <a:t>Core loads automatically: cmake, python, miniforge — the tool layer</a:t>
            </a:r>
          </a:p>
          <a:p>
            <a:pPr lvl="1">
              <a:defRPr sz="1600"/>
            </a:pPr>
            <a:r>
              <a:t>Foundation libraries (zlib, xz, zstd) arrive ambient in the view, one pinned version</a:t>
            </a:r>
          </a:p>
          <a:p>
            <a:pPr>
              <a:defRPr sz="2000"/>
            </a:pPr>
            <a:r>
              <a:t>2.  Pick exactly one lane</a:t>
            </a:r>
          </a:p>
          <a:p>
            <a:pPr lvl="1">
              <a:defRPr sz="1600"/>
            </a:pPr>
            <a:r>
              <a:t>serial   |   mpi-craympich   |   gpu-craympich-gfx942</a:t>
            </a:r>
          </a:p>
          <a:p>
            <a:pPr>
              <a:defRPr sz="2000"/>
            </a:pPr>
            <a:r>
              <a:t>3.  You see only that lane's packages</a:t>
            </a:r>
          </a:p>
          <a:p>
            <a:pPr lvl="1">
              <a:defRPr sz="1600"/>
            </a:pPr>
            <a:r>
              <a:t>No cross-lane contamination; no accidental MPI/GPU linkage</a:t>
            </a:r>
          </a:p>
          <a:p>
            <a:pPr lvl="1">
              <a:defRPr sz="1600"/>
            </a:pPr>
            <a:r>
              <a:t>Multiple versions inside a lane stay a familiar one-at-a-time module choice (hdf5/1.14.6 vs 1.14.5)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core — packages with no MPI implementation at all (GSL) plus compiler-agnostic building blocks (Python, Miniforge, CMake); loadable</a:t>
            </a:r>
          </a:p>
          <a:p>
            <a:pPr>
              <a:defRPr sz="2000"/>
            </a:pPr>
            <a:r>
              <a:t>serial — MPI-capable packages deliberately built without MPI (hdf5~mpi)</a:t>
            </a:r>
          </a:p>
          <a:p>
            <a:pPr>
              <a:defRPr sz="2000"/>
            </a:pPr>
            <a:r>
              <a:t>mpi-&lt;impl&gt; — built against the named MPI (mpi-craympich, mpi-openmpi)</a:t>
            </a:r>
          </a:p>
          <a:p>
            <a:pPr>
              <a:defRPr sz="2000"/>
            </a:pPr>
            <a:r>
              <a:t>gpu-&lt;impl&gt;-&lt;arch&gt; — GPU backend over GPU-aware MPI (gpu-craympich-gfx942)</a:t>
            </a:r>
          </a:p>
          <a:p>
            <a:pPr>
              <a:defRPr sz="2000"/>
            </a:pPr>
            <a:r>
              <a:t>Names carry facts, not contents: the lane is called gpu-…, never gpu-kokkos</a:t>
            </a:r>
          </a:p>
          <a:p>
            <a:pPr>
              <a:defRPr sz="2000"/>
            </a:pPr>
            <a:r>
              <a:t>Same vocabulary on every system — Cray or generic Linux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Pilot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Two compiler surfaces to start</a:t>
            </a:r>
          </a:p>
          <a:p>
            <a:pPr lvl="1">
              <a:defRPr sz="1600"/>
            </a:pPr>
            <a:r>
              <a:t>The system baseline (what the machine ships as default) and GCC</a:t>
            </a:r>
          </a:p>
          <a:p>
            <a:pPr>
              <a:defRPr sz="2000"/>
            </a:pPr>
            <a:r>
              <a:t>One Cray system first, then a generic Linux cluster (already probed)</a:t>
            </a:r>
          </a:p>
          <a:p>
            <a:pPr>
              <a:defRPr sz="2000"/>
            </a:pPr>
            <a:r>
              <a:t>Representative package roster (evolving; ~two versions each)</a:t>
            </a:r>
          </a:p>
          <a:p>
            <a:pPr lvl="1">
              <a:defRPr sz="1600"/>
            </a:pPr>
            <a:r>
              <a:t>Science: HDF5, NetCDF (C/Fortran/C++), FFTW, OpenBLAS, Boost, GSL, TAU</a:t>
            </a:r>
          </a:p>
          <a:p>
            <a:pPr lvl="1">
              <a:defRPr sz="1600"/>
            </a:pPr>
            <a:r>
              <a:t>GPU: Kokkos (pilot GPU lane content)</a:t>
            </a:r>
          </a:p>
          <a:p>
            <a:pPr lvl="1">
              <a:defRPr sz="1600"/>
            </a:pPr>
            <a:r>
              <a:t>Core: CMake, Python, Miniforge</a:t>
            </a:r>
          </a:p>
          <a:p>
            <a:pPr>
              <a:defRPr sz="2000"/>
            </a:pPr>
            <a:r>
              <a:t>Multi-version by policy: unify:false lanes + single-version pinned foundation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different: generated, not hand-curated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NASA and ALCF hand-maintain their stacks per machine</a:t>
            </a:r>
          </a:p>
          <a:p>
            <a:pPr>
              <a:defRPr sz="2000"/>
            </a:pPr>
            <a:r>
              <a:t>CSE generates the same shape from facts + policy:</a:t>
            </a:r>
          </a:p>
          <a:p>
            <a:pPr lvl="1">
              <a:defRPr sz="1600"/>
            </a:pPr>
            <a:r>
              <a:t>cluster-inspector probes the system → verified facts (compilers, MPIs, GPUs, fabric)</a:t>
            </a:r>
          </a:p>
          <a:p>
            <a:pPr lvl="1">
              <a:defRPr sz="1600"/>
            </a:pPr>
            <a:r>
              <a:t>site policy defaults (one small file) → which compiler family, which MPI, newest-version rules</a:t>
            </a:r>
          </a:p>
          <a:p>
            <a:pPr lvl="1">
              <a:defRPr sz="1600"/>
            </a:pPr>
            <a:r>
              <a:t>stack-composer renders every lane's configs — templates never contain policy</a:t>
            </a:r>
          </a:p>
          <a:p>
            <a:pPr lvl="1">
              <a:defRPr sz="1600"/>
            </a:pPr>
            <a:r>
              <a:t>Spack builds; modules and views are published to users</a:t>
            </a:r>
          </a:p>
          <a:p>
            <a:pPr>
              <a:defRPr sz="2000"/>
            </a:pPr>
            <a:r>
              <a:t>A new system is a probe + a render — not months of curation</a:t>
            </a:r>
          </a:p>
          <a:p>
            <a:pPr>
              <a:defRPr sz="2000"/>
            </a:pPr>
            <a:r>
              <a:t>Same pipeline handled a Cray EX (MI300A/ROCm) and an NVIDIA A100 Linux cluster unchanged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Status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Done</a:t>
            </a:r>
          </a:p>
          <a:p>
            <a:pPr lvl="1">
              <a:defRPr sz="1600"/>
            </a:pPr>
            <a:r>
              <a:t>End-to-end Cray smoke: probe → render → concretize → build (PrgEnv-gnu + cray-mpich + ROCm)</a:t>
            </a:r>
          </a:p>
          <a:p>
            <a:pPr lvl="1">
              <a:defRPr sz="1600"/>
            </a:pPr>
            <a:r>
              <a:t>Second system validated the generic-Linux path and hardened the prober</a:t>
            </a:r>
          </a:p>
          <a:p>
            <a:pPr lvl="1">
              <a:defRPr sz="1600"/>
            </a:pPr>
            <a:r>
              <a:t>Science stack (4 lanes, two-version roster) renders clean today</a:t>
            </a:r>
          </a:p>
          <a:p>
            <a:pPr>
              <a:defRPr sz="2000"/>
            </a:pPr>
            <a:r>
              <a:t>Next</a:t>
            </a:r>
          </a:p>
          <a:p>
            <a:pPr lvl="1">
              <a:defRPr sz="1600"/>
            </a:pPr>
            <a:r>
              <a:t>Build out the science lanes on the Cray system; verify the module/view user flow</a:t>
            </a:r>
          </a:p>
          <a:p>
            <a:pPr lvl="1">
              <a:defRPr sz="1600"/>
            </a:pPr>
            <a:r>
              <a:t>Add the second compiler surface; then the NVIDIA system in parallel</a:t>
            </a:r>
          </a:p>
          <a:p>
            <a:pPr lvl="1">
              <a:defRPr sz="1600"/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