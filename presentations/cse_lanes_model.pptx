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GPU: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Today: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system;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keeps lanes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record the system's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facts, 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derive every lane's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Foundation: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and a render,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Core: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·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cse/&lt;Compiler&gt;/&lt;Lane&gt;.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FOUR-SYSTEM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roster: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TEST MATRIX · BREADTH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Four systems will prove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09728" cy="1783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739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Blueback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8013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7C3AED"/>
                </a:solidFill>
                <a:latin typeface="Avenir Next"/>
              </a:defRPr>
            </a:pPr>
            <a:r>
              <a:t>CRAY PE · AMD APU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219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NAVY · HPE Cray EX4000 · SLES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78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9654 Genoa, 192 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907791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AMD Instinct MI300A APU, 96 cores + 4 × MI300A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276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627632"/>
            <a:ext cx="109728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7739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Fran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8013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Avenir Next"/>
              </a:defRPr>
            </a:pPr>
            <a:r>
              <a:t>SECOND CRAY SITE · NEWEST NVIDIA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2219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ARL · HPE Cray EX4000 · RHEL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2578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Genoa, cores TBD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2907791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NVIDIA H200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850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685032"/>
            <a:ext cx="10972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8313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Raider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0D9488"/>
                </a:solidFill>
                <a:latin typeface="Avenir Next"/>
              </a:defRPr>
            </a:pPr>
            <a:r>
              <a:t>GENERIC LINUX · CUDA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2793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AFRL · Penguin TrueHPC · RHEL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360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7713 Milan, 128 cores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965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same CPU + 4 × NVIDIA A100 SXM4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6850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3685032"/>
            <a:ext cx="109728" cy="1783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313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Wheat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8587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D97706"/>
                </a:solidFill>
                <a:latin typeface="Avenir Next"/>
              </a:defRPr>
            </a:pPr>
            <a:r>
              <a:t>INTEL CPU · COMPOSABLE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59" y="42793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ERDC · Liqid composable · RHEL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46360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Intel Xeon 9242 Cascade Lake, 92 cores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4965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same CPU + 4 or 6 × NVIDIA A100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06440"/>
            <a:ext cx="11091672" cy="530352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Coverage: SLES + RHEL 8 + RHEL 9 · AMD + Intel CPUs · AMD MI300A + NVIDIA H200 and A100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19088"/>
            <a:ext cx="11064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  <a:latin typeface="Avenir Next"/>
              </a:defRPr>
            </a:pPr>
            <a:r>
              <a:t>AI/ML is this deck's label for each site's accelerated node type (named MLA on Raider and Wheat). Source: centers.hpc.mil hardware inventory, July 2026; Fran accelerator detail from program info.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Pilot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pilot stack on Fran, Wheat, Raider, and Blueback;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packages: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·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Core: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automatically, nothing to load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surface: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foundation: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Foundation: on your paths automatically, never a loadable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tools: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unpinned;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nature;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nature: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lane: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chains: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lanes: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chains: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lane: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Externals: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