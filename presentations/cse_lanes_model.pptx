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GPU: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Today: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system;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keeps lanes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Foundation: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and a render,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Core: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·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cse/&lt;Compiler&gt;/&lt;Lane&gt;.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roster: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packages: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·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Core: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automatically, nothing to load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surface: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foundation: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Foundation: on your paths automatically, never a loadable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tools: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unpinned;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nature;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nature: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lane: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chains: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lanes: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chains: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lane: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Externals: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